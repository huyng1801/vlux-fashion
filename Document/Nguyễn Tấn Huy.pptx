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2" r:id="rId5"/>
    <p:sldId id="359" r:id="rId6"/>
    <p:sldId id="373" r:id="rId7"/>
    <p:sldId id="375" r:id="rId8"/>
    <p:sldId id="376" r:id="rId9"/>
    <p:sldId id="379" r:id="rId10"/>
    <p:sldId id="380" r:id="rId11"/>
    <p:sldId id="3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3FBFE"/>
    <a:srgbClr val="000000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102" d="100"/>
          <a:sy n="102" d="100"/>
        </p:scale>
        <p:origin x="95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10/12/2024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/>
              <a:t>Nguyễn Tấn Huy</a:t>
            </a:r>
            <a:endParaRPr lang="en-US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/>
              <a:t>Website bán thời trang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/>
              <a:t>Giới thiệu</a:t>
            </a:r>
            <a:endParaRPr lang="en-US" dirty="0"/>
          </a:p>
          <a:p>
            <a:r>
              <a:rPr lang="en-US"/>
              <a:t>Demo</a:t>
            </a:r>
          </a:p>
          <a:p>
            <a:r>
              <a:rPr lang="en-US"/>
              <a:t>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/>
              <a:t>Giới thiệu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/>
              <a:t>Giới thiệu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Công nghệ:</a:t>
            </a:r>
            <a:r>
              <a:rPr lang="en-US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Back-end: Spring Boot, Hibernate, JWT, PostgreSQL, AWS S3.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Front-end: ReactJS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/>
              <a:t>Giới thiệu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vi-VN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Chức năng phía quản trị: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vi-VN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Quản lý : banner, thương hiệu, danh mục, danh mục con, sản phẩm.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vi-VN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Chức năng phía khách hàng: </a:t>
            </a:r>
          </a:p>
          <a:p>
            <a:pPr marL="569214" lvl="1">
              <a:buFont typeface="Wingdings" panose="05000000000000000000" pitchFamily="2" charset="2"/>
              <a:buChar char="q"/>
            </a:pPr>
            <a:r>
              <a:rPr lang="en-US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Xem các sản phẩm</a:t>
            </a:r>
            <a:endParaRPr lang="vi-VN" b="0" i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569214" lvl="1"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FFFFFF"/>
                </a:solidFill>
                <a:latin typeface="Roboto" panose="02000000000000000000" pitchFamily="2" charset="0"/>
              </a:rPr>
              <a:t>Quản lý giỏ hàng</a:t>
            </a:r>
          </a:p>
          <a:p>
            <a:pPr marL="569214" lvl="1"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FFFFFF"/>
                </a:solidFill>
                <a:latin typeface="Roboto" panose="02000000000000000000" pitchFamily="2" charset="0"/>
              </a:rPr>
              <a:t>Đặt hàng</a:t>
            </a:r>
            <a:endParaRPr lang="vi-VN" b="0" i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pPr lvl="0"/>
            <a:r>
              <a:rPr lang="en-US" noProof="0"/>
              <a:t>Giới thiệu</a:t>
            </a: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/>
          <a:lstStyle/>
          <a:p>
            <a:r>
              <a:rPr lang="en-US"/>
              <a:t>Sơ đồ cơ sở dữ liệu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2025D1-5054-1AE0-F1C5-541B52E93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4813"/>
            <a:ext cx="4727149" cy="60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/>
              <a:t>KẾT QUẢ ĐẠT ĐƯỢC VÀ HƯỚNG PHÁT TRIỂN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5727900" cy="342726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KẾT QUẢ ĐẠT ĐƯỢC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/>
              <a:t>Xây dựng thành công các chức năng cơ bản cho trang web bán hàng.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/>
              <a:t>Kết hợp các công nghệ hiện đại vào việc xây dựng website.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74178" y="2465388"/>
            <a:ext cx="4574848" cy="3427412"/>
          </a:xfrm>
        </p:spPr>
        <p:txBody>
          <a:bodyPr/>
          <a:lstStyle/>
          <a:p>
            <a:r>
              <a:rPr lang="en-US"/>
              <a:t>HƯỚNG PHÁT TRIỂN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/>
              <a:t>Bổ sung tính năng báo cáo, thống kê, quản lý trạng thái đơn hang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/>
              <a:t>Thiết kế giao diện cho khách hàng đẹp mắt hơn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/>
              <a:t>Xử lý rang buộc cho website đúng đắn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8949192" cy="2203704"/>
          </a:xfrm>
        </p:spPr>
        <p:txBody>
          <a:bodyPr/>
          <a:lstStyle/>
          <a:p>
            <a:r>
              <a:rPr lang="en-US"/>
              <a:t>CẢM ƠN MỌI NGƯỜI ĐÃ LẮNG NGHE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n-US"/>
              <a:t>Huy Nguyễn</a:t>
            </a:r>
            <a:endParaRPr lang="en-US" dirty="0"/>
          </a:p>
          <a:p>
            <a:r>
              <a:rPr lang="en-US"/>
              <a:t>0788 859 370</a:t>
            </a:r>
            <a:endParaRPr lang="en-US" dirty="0"/>
          </a:p>
          <a:p>
            <a:r>
              <a:rPr lang="en-US"/>
              <a:t>Huyng.1801@gmail.com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{03CE6543-4C33-4DC7-9B69-2210839EE028}tf11936837_win32</Template>
  <TotalTime>144</TotalTime>
  <Words>198</Words>
  <Application>Microsoft Office PowerPoint</Application>
  <PresentationFormat>Widescreen</PresentationFormat>
  <Paragraphs>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Nova</vt:lpstr>
      <vt:lpstr>Biome</vt:lpstr>
      <vt:lpstr>Calibri</vt:lpstr>
      <vt:lpstr>Roboto</vt:lpstr>
      <vt:lpstr>Wingdings</vt:lpstr>
      <vt:lpstr>Custom</vt:lpstr>
      <vt:lpstr>Nguyễn Tấn Huy</vt:lpstr>
      <vt:lpstr>Nội dung</vt:lpstr>
      <vt:lpstr>1</vt:lpstr>
      <vt:lpstr>Giới thiệu</vt:lpstr>
      <vt:lpstr>Giới thiệu</vt:lpstr>
      <vt:lpstr>Giới thiệu</vt:lpstr>
      <vt:lpstr>KẾT QUẢ ĐẠT ĐƯỢC VÀ HƯỚNG PHÁT TRIỂN</vt:lpstr>
      <vt:lpstr>CẢM ƠN MỌI NGƯỜI ĐÃ LẮNG NGHE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 Nguyen</dc:creator>
  <cp:lastModifiedBy>Huy Nguyen</cp:lastModifiedBy>
  <cp:revision>2</cp:revision>
  <dcterms:created xsi:type="dcterms:W3CDTF">2024-10-12T07:03:32Z</dcterms:created>
  <dcterms:modified xsi:type="dcterms:W3CDTF">2024-10-12T09:27:50Z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